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Bitcoin Analysis Report</a:t>
            </a:r>
          </a:p>
        </p:txBody>
      </p:sp>
      <p:sp>
        <p:nvSpPr>
          <p:cNvPr id="3" name="Subtitle 2"/>
          <p:cNvSpPr>
            <a:spLocks noGrp="1"/>
          </p:cNvSpPr>
          <p:nvPr>
            <p:ph type="subTitle" idx="1"/>
          </p:nvPr>
        </p:nvSpPr>
        <p:spPr/>
        <p:txBody>
          <a:bodyPr/>
          <a:lstStyle/>
          <a:p>
            <a:r>
              <a:t>Generated on 2025-05-19 20:03</a:t>
            </a:r>
          </a:p>
          <a:p>
            <a:r>
              <a:t>Crypto Intelligence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Metrics Overview</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914400" y="1371600"/>
          <a:ext cx="5486400" cy="36576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Metric</a:t>
                      </a:r>
                    </a:p>
                  </a:txBody>
                  <a:tcPr/>
                </a:tc>
                <a:tc>
                  <a:txBody>
                    <a:bodyPr/>
                    <a:lstStyle/>
                    <a:p>
                      <a:r>
                        <a:t>Value</a:t>
                      </a:r>
                    </a:p>
                  </a:txBody>
                  <a:tcPr/>
                </a:tc>
              </a:tr>
              <a:tr h="457200">
                <a:tc>
                  <a:txBody>
                    <a:bodyPr/>
                    <a:lstStyle/>
                    <a:p/>
                  </a:txBody>
                  <a:tcPr/>
                </a:tc>
                <a:tc>
                  <a:txBody>
                    <a:bodyPr/>
                    <a:lstStyle/>
                    <a:p/>
                  </a:txBody>
                  <a:tcPr/>
                </a:tc>
              </a:tr>
              <a:tr h="457200">
                <a:tc>
                  <a:txBody>
                    <a:bodyPr/>
                    <a:lstStyle/>
                    <a:p/>
                  </a:txBody>
                  <a:tcPr/>
                </a:tc>
                <a:tc>
                  <a:txBody>
                    <a:bodyPr/>
                    <a:lstStyle/>
                    <a:p/>
                  </a:txBody>
                  <a:tcPr/>
                </a:tc>
              </a:tr>
              <a:tr h="457200">
                <a:tc>
                  <a:txBody>
                    <a:bodyPr/>
                    <a:lstStyle/>
                    <a:p/>
                  </a:txBody>
                  <a:tcPr/>
                </a:tc>
                <a:tc>
                  <a:txBody>
                    <a:bodyPr/>
                    <a:lstStyle/>
                    <a:p/>
                  </a:txBody>
                  <a:tcPr/>
                </a:tc>
              </a:tr>
              <a:tr h="457200">
                <a:tc>
                  <a:txBody>
                    <a:bodyPr/>
                    <a:lstStyle/>
                    <a:p/>
                  </a:txBody>
                  <a:tcPr/>
                </a:tc>
                <a:tc>
                  <a:txBody>
                    <a:bodyPr/>
                    <a:lstStyle/>
                    <a:p/>
                  </a:txBody>
                  <a:tcPr/>
                </a:tc>
              </a:tr>
              <a:tr h="457200">
                <a:tc>
                  <a:txBody>
                    <a:bodyPr/>
                    <a:lstStyle/>
                    <a:p/>
                  </a:txBody>
                  <a:tcPr/>
                </a:tc>
                <a:tc>
                  <a:txBody>
                    <a:bodyPr/>
                    <a:lstStyle/>
                    <a:p/>
                  </a:txBody>
                  <a:tcPr/>
                </a:tc>
              </a:tr>
              <a:tr h="457200">
                <a:tc>
                  <a:txBody>
                    <a:bodyPr/>
                    <a:lstStyle/>
                    <a:p/>
                  </a:txBody>
                  <a:tcPr/>
                </a:tc>
                <a:tc>
                  <a:txBody>
                    <a:bodyPr/>
                    <a:lstStyle/>
                    <a:p/>
                  </a:txBody>
                  <a:tcPr/>
                </a:tc>
              </a:tr>
              <a:tr h="457200">
                <a:tc>
                  <a:txBody>
                    <a:bodyPr/>
                    <a:lstStyle/>
                    <a:p/>
                  </a:txBody>
                  <a:tcPr/>
                </a:tc>
                <a:tc>
                  <a:txBody>
                    <a:bodyPr/>
                    <a:lstStyle/>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Price History</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Indicators</a:t>
            </a:r>
          </a:p>
        </p:txBody>
      </p:sp>
      <p:sp>
        <p:nvSpPr>
          <p:cNvPr id="3" name="Content Placeholder 2"/>
          <p:cNvSpPr>
            <a:spLocks noGrp="1"/>
          </p:cNvSpPr>
          <p:nvPr>
            <p:ph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none">
            <a:spAutoFit/>
          </a:bodyPr>
          <a:lstStyle/>
          <a:p/>
          <a:p>
            <a:pPr>
              <a:defRPr sz="1400"/>
            </a:pPr>
            <a:r>
              <a:t>Insufficient data to generate recommendations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Disclaimer</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3657600"/>
          </a:xfrm>
          <a:prstGeom prst="rect">
            <a:avLst/>
          </a:prstGeom>
          <a:noFill/>
        </p:spPr>
        <p:txBody>
          <a:bodyPr wrap="none">
            <a:spAutoFit/>
          </a:bodyPr>
          <a:lstStyle/>
          <a:p/>
          <a:p>
            <a:pPr>
              <a:defRPr b="1" sz="1600"/>
            </a:pPr>
            <a:r>
              <a:t>Important Notice:</a:t>
            </a:r>
          </a:p>
          <a:p>
            <a:pPr>
              <a:defRPr sz="1200"/>
            </a:pPr>
            <a:r>
              <a:t>This report is for informational purposes only and should not be considered as financial advice. Cryptocurrency markets are highly volatile and investing carries risks. Always conduct your own research before making any investment decisions.</a:t>
            </a:r>
          </a:p>
          <a:p>
            <a:br/>
            <a:pPr>
              <a:defRPr b="1" sz="1400"/>
            </a:pPr>
            <a:r>
              <a:t>Data Sources:</a:t>
            </a:r>
          </a:p>
          <a:p>
            <a:pPr>
              <a:defRPr sz="1200"/>
            </a:pPr>
            <a:r>
              <a:t>• Yahoo Finance</a:t>
            </a:r>
            <a:br/>
            <a:r>
              <a:t>• Binance API</a:t>
            </a:r>
            <a:br/>
            <a:r>
              <a:t>• Reddit (for sentiment analysis)</a:t>
            </a:r>
            <a:br/>
            <a:r>
              <a:t>• Various technical indicators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