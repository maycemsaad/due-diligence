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Due Diligence Summary</a:t>
            </a:r>
          </a:p>
        </p:txBody>
      </p:sp>
      <p:sp>
        <p:nvSpPr>
          <p:cNvPr id="3" name="Subtitle 2"/>
          <p:cNvSpPr>
            <a:spLocks noGrp="1"/>
          </p:cNvSpPr>
          <p:nvPr>
            <p:ph type="subTitle" idx="1"/>
          </p:nvPr>
        </p:nvSpPr>
        <p:spPr/>
        <p:txBody>
          <a:bodyPr/>
          <a:lstStyle/>
          <a:p>
            <a:r>
              <a:t>Generated from: Session-202504112137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Document Summary</a:t>
            </a:r>
          </a:p>
        </p:txBody>
      </p:sp>
      <p:sp>
        <p:nvSpPr>
          <p:cNvPr id="3" name="Content Placeholder 2"/>
          <p:cNvSpPr>
            <a:spLocks noGrp="1"/>
          </p:cNvSpPr>
          <p:nvPr>
            <p:ph idx="1"/>
          </p:nvPr>
        </p:nvSpPr>
        <p:spPr/>
        <p:txBody>
          <a:bodyPr/>
          <a:lstStyle/>
          <a:p>
            <a:r>
              <a:t>Digital Assets </a:t>
            </a:r>
          </a:p>
          <a:p>
            <a:r>
              <a:t>Practice</a:t>
            </a:r>
          </a:p>
          <a:p>
            <a:r>
              <a:t>Contents</a:t>
            </a:r>
          </a:p>
          <a:p>
            <a:r>
              <a:t>Overview 03</a:t>
            </a:r>
          </a:p>
          <a:p>
            <a:r>
              <a:t>Ambition and differentiators 04</a:t>
            </a:r>
          </a:p>
          <a:p>
            <a:r>
              <a:t>Our Digital Assets Practice 05</a:t>
            </a:r>
          </a:p>
          <a:p>
            <a:r>
              <a:t>Our service   Digital Assets 06</a:t>
            </a:r>
          </a:p>
          <a:p>
            <a:r>
              <a:t>Cryptoassets training and awareness 07</a:t>
            </a:r>
          </a:p>
          <a:p>
            <a:r>
              <a:t>Crypto compliance solutions 08</a:t>
            </a:r>
          </a:p>
          <a:p>
            <a:r>
              <a:t>Development and independent assessment 09 </a:t>
            </a:r>
          </a:p>
          <a:p>
            <a:r>
              <a:t>of control frameworks</a:t>
            </a:r>
          </a:p>
          <a:p>
            <a:r>
              <a:t>Our Reg.</a:t>
            </a:r>
          </a:p>
          <a:p>
            <a:r>
              <a:t>Tech products 10</a:t>
            </a:r>
          </a:p>
          <a:p>
            <a:r>
              <a:t>Practice lead 11</a:t>
            </a:r>
          </a:p>
          <a:p>
            <a:r>
              <a:t>.</a:t>
            </a:r>
          </a:p>
          <a:p>
            <a:r>
              <a:t>Overview Plenitude overview</a:t>
            </a:r>
          </a:p>
          <a:p>
            <a:r>
              <a:t> </a:t>
            </a:r>
          </a:p>
          <a:p>
            <a:r>
              <a:t>Plenitude provides market-leading Financial Crime Compliance (FCC) advisory, transformation, technology, </a:t>
            </a:r>
          </a:p>
          <a:p>
            <a:r>
              <a:t>data analytics, and managed services.</a:t>
            </a:r>
          </a:p>
          <a:p>
            <a:r>
              <a:t>We are committed to building a secure financial system, safeguarding </a:t>
            </a:r>
          </a:p>
          <a:p>
            <a:r>
              <a:t>society, and empowering our clients to meet their regulatory obligations.</a:t>
            </a:r>
          </a:p>
          <a:p>
            <a:r>
              <a:t>Appointed to the FCA s Skilled Person Panel for Financial Crime, we enable our clients to stay ahead of emerging risks and </a:t>
            </a:r>
          </a:p>
          <a:p>
            <a:r>
              <a:t>evolving regulations by optimising systems and controls, leveraging the latest AI-powered technology and data analytics, in order </a:t>
            </a:r>
          </a:p>
          <a:p>
            <a:r>
              <a:t>to drive greater effectiveness, efficiency and sustainability, reducing the overall cost of compliance.</a:t>
            </a:r>
          </a:p>
          <a:p>
            <a:r>
              <a:t>Ou...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Q1: i want to ask you questions about due diligence ...</a:t>
            </a:r>
          </a:p>
        </p:txBody>
      </p:sp>
      <p:sp>
        <p:nvSpPr>
          <p:cNvPr id="3" name="Content Placeholder 2"/>
          <p:cNvSpPr>
            <a:spLocks noGrp="1"/>
          </p:cNvSpPr>
          <p:nvPr>
            <p:ph idx="1"/>
          </p:nvPr>
        </p:nvSpPr>
        <p:spPr/>
        <p:txBody>
          <a:bodyPr/>
          <a:lstStyle/>
          <a:p>
            <a:r>
              <a:t>In the realm of business, due diligence refers to the comprehensive appraisal of a target company or its assets in order to verify and gather detailed information to enable an informed decision before entering into a transaction such as a merger or acquisition. When it comes to blockchain technology, this process involves assessing the underlying platform's security, scalability, compatibility, regulatory compliance, and operational efficiency, among other factors.</a:t>
            </a:r>
          </a:p>
          <a:p/>
          <a:p>
            <a:r>
              <a:t>In October 2024, there seems to be an uptick in strategic dealmaking involving blockchain technology. This could mean that businesses are increasingly recognizing the potential benefits of integrating blockchain into their operations. However, for accurate insights on due diligence practices specifically related to blockchain, it would be helpful to have more context about a specific case or situation you're referring to.</a:t>
            </a:r>
          </a:p>
          <a:p/>
          <a:p>
            <a:r>
              <a:t>For instance, if you're considering acquiring a company that utilizes blockchain technology, you might want to understand their technical infrastructure, intellectual property rights, regulatory compliance, and market position. On the other hand, if you're looking at investing in a blockchain startup, your due diligence may focus more on the team's expertise, the product roadmap,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Q2: what's due diligence ?...</a:t>
            </a:r>
          </a:p>
        </p:txBody>
      </p:sp>
      <p:sp>
        <p:nvSpPr>
          <p:cNvPr id="3" name="Content Placeholder 2"/>
          <p:cNvSpPr>
            <a:spLocks noGrp="1"/>
          </p:cNvSpPr>
          <p:nvPr>
            <p:ph idx="1"/>
          </p:nvPr>
        </p:nvSpPr>
        <p:spPr/>
        <p:txBody>
          <a:bodyPr/>
          <a:lstStyle/>
          <a:p>
            <a:r>
              <a:t>Due diligence refers to a comprehensive appraisal conducted prior to signing a business deal or investment, aimed at confirming all facts, verifying assets, evaluating liabilities, and uncovering potential risks. In the context of blockchain technology, this process involves examining the underlying technology, its applications, security measures, regulatory compliance, and the team behind the project to ensure it is viable and trustworthy before making a strategic decision. The renewed momentum in strategic dealmaking surrounding blockchain highlights the increasing importance of thorough due diligence in this sector. Additional details needed for a more specific answer might include the nature of the particular transaction or investment under consideration, as well as any industry-specific factors relevant to blockchain technology.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